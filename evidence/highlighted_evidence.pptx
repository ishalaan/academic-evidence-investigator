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E"/>
    <a:srgbClr val="96959D"/>
    <a:srgbClr val="131215"/>
    <a:srgbClr val="320006"/>
    <a:srgbClr val="64000C"/>
    <a:srgbClr val="3C3C3C"/>
    <a:srgbClr val="232323"/>
    <a:srgbClr val="2F2F2F"/>
    <a:srgbClr val="373737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FCA90-CAB2-4115-B569-C396C7FEF74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DC91-3305-4C37-AD2F-6023BDC22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22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E7E4-0B59-0B9B-E580-CF9BF66A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90AF3-CB2F-113D-B256-716591801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23BFD-3F9F-AFB8-D473-A8DDB66B1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023F-13CB-082B-A603-DAB14BEB1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07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6E2EB-906C-D0B6-A549-630DA29EB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AE712-8BE4-77EF-9BFB-0273D562C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363EC-762A-E39B-F649-7E8C3CB35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F3438-FA12-D375-CE57-6043E4ADF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309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05FB-2B34-962A-C5E3-188FF59D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39F04-B828-BCA7-B25E-C10BE3939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059D6-F3AD-94F1-AC8A-F5105408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A633E-EAA4-22A3-D7AC-09DDFD290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098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09A1-1CCE-069C-6F3E-11B5A68E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13D11-8458-439B-1B51-F36B72223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C042C-3430-EA35-150C-BA873D80A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DBE5B-2440-F3BF-4B16-330E04AFE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480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0EA1-4812-F1E2-8E9E-5C0E6AE1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6C6FB-3702-F0EC-C74A-41235C3F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4FBDB-89F9-7136-3DCA-893626266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9445E-04CA-13C0-F221-D5D0260D7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74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60F1-1BBB-C4F3-E57D-66B9FA59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8D9D7-5C64-88B0-0C41-AA734DAE0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EA141-785C-05BD-45A3-8BE8797D4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3E75-4F9A-01FE-9187-03B2AD0C4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025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7E8B-1A42-F963-7DE8-98D86559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12F8D-718D-5DC9-2BF7-B891F2A75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1AB0F-012A-ECF5-D043-63A7438BC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1900-A3CC-A65F-3DF4-786AAD9CD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49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56CA-36C2-597C-7A1C-1A8639E5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D694F-30A9-99CA-206F-8BA744BF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B0E07-0624-CD63-F981-EE419DE94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5CD6A-311A-0D40-53B3-DCF123A9A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9DC91-3305-4C37-AD2F-6023BDC22BF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65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05E1-72C6-F07C-151D-DBFAB2475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6222C-2F9A-CA35-0F82-F82DD3D0E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A3E7B-2E2B-9B45-A0C4-9377B85A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762A8-B435-566C-95EF-C83E829B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6786B-79D4-D818-0C8C-64B68064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09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8B84-29CA-31BA-68F6-894D31D0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9E38-73DA-F93F-B599-CC637AA97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7F53D-B28A-7A13-DCFD-689BBF28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40E69-ABC3-E0FC-0456-263079D0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3AA49-2737-1317-C94C-A631BE49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42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58CD-582A-3312-BF7A-2453377A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BC814-EB95-C035-422B-16A23ABA7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96035-163F-729B-FAAB-547644B3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EB5D8-1278-9398-7354-089DCA26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42A64-1BA7-77A7-EBFE-F3A89341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93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5A18-720E-3CCD-8AD5-9F6C7501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06CCD-B82A-C32A-2D02-3870CBAF7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3B54F-3E02-7E47-AAE1-37B2B295F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17FA1-7B71-B570-0902-0D080118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3460A-2DD1-8BC9-C710-0B213B21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BBB95-2A31-05D0-47A6-4BACFCCE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1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01BA-2F19-9DFF-BAE0-EEE01548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EF8C4-1B5F-9D6C-4818-25985ED36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0C265-A89A-C717-4E56-309A70508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50127-999C-6876-87FE-9FF9F461C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5B298-40B5-7243-907F-BE695D77D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35CFF-BD02-C937-E425-076A330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C0955-6107-06A9-9593-2539F4F9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B5B91-7330-FF49-08C2-22BC58D3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40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6541-B9A8-D7DA-335E-FA9A87D6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EB89B-E2A2-004D-ABEB-42553876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CC6B8-06B2-EE21-2CA9-174AD64D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BFA9E-47AC-450C-08D4-E7D225BA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08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83925-F069-237F-87E2-AC13A966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F8D5-773B-C307-F093-9713600C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3567-C849-1CDD-98A5-7375AD5F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92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266F-81ED-BCE6-B431-AA7F8A17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EFC9-137C-F7BF-CF14-2DE55B35D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30A25-3B00-B323-3475-3FBA29302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782D0-AE5B-5E19-7F6C-DFAD39D4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51FEF-6246-CA0E-A749-63CF9A21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E322C-37D8-8E93-A5E2-9C215EFB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71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D661-5345-9548-0F9F-C50AB90C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90DF2-63B0-1E45-8CE8-82F2FA595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204F5-05A1-F88F-CF44-674B23472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49BAC-D448-79C2-357C-629E46DC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EC276-3A3D-14C3-D6A5-23C129AA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C4216-D5AB-F847-F347-D34DE9FE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57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A764-C0E0-3D6A-A470-0692540F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558AD-1F25-A3D4-A5F9-42169E32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5DF78-AB7D-FA82-4357-386BD209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1A51-5AC3-3839-A587-5ABD92FD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1E8F-7C91-1A88-5C2C-A12066B1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285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52D86-DFA3-3E41-C046-31ABBC550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B6038-F586-2519-339E-A2AC8BBD0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50283-1CE3-4079-1F66-E19EC1A4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7ED51-4A6A-F370-E36F-51EE932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2471E-7A3F-11F7-A5A1-9B86EAC6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37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21C59F-15E2-F415-7443-723139BF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24A06-3192-2E57-1115-EF42448D6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821C-2ABE-D789-FCD9-20B536426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1DB52-DB2C-401C-B323-C11A4C56AD5E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E5849-62C7-8D5E-E087-AF1648D10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EEBB-42B9-FB73-864C-C9A17CC43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5E57B-17BE-4B75-872C-5F960D92E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82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hyperlink" Target="https://github.com/ishalaan/academic-evidence-investig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C789-38E8-FBEB-A1C3-338A4888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559B8-B6B1-D22E-D1C7-CA122F0EC1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E7C1C5-FE3B-1F3A-05AD-887C5F6D2B4D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A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Model / Provider Compatibility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401A6-7516-634A-254C-94092F3AB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443" y="2279293"/>
            <a:ext cx="5461566" cy="324280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E641CB-155F-2B7F-524C-08EA55BF5F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91" y="2279293"/>
            <a:ext cx="5461566" cy="324280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0F1D19-C2D8-60F7-79F5-35EEB8A771A2}"/>
              </a:ext>
            </a:extLst>
          </p:cNvPr>
          <p:cNvSpPr txBox="1"/>
          <p:nvPr/>
        </p:nvSpPr>
        <p:spPr>
          <a:xfrm>
            <a:off x="423330" y="1433478"/>
            <a:ext cx="1122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6: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Qwen2.5-7B-Instruct was unavailable through Hugging Face.</a:t>
            </a:r>
          </a:p>
        </p:txBody>
      </p:sp>
    </p:spTree>
    <p:extLst>
      <p:ext uri="{BB962C8B-B14F-4D97-AF65-F5344CB8AC3E}">
        <p14:creationId xmlns:p14="http://schemas.microsoft.com/office/powerpoint/2010/main" val="295507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826DE-8F59-AFF9-D759-1553F5DD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FA8B7-4ECA-8AF8-96B3-BBE335F57C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740728-3F70-F1FD-BCE2-D1BB36768955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B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Full-Text Recovery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E0216-0FFC-2CFC-DCBA-46EF47F2F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6" y="2386804"/>
            <a:ext cx="4752898" cy="3949518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41C8D-4A39-AE3F-8BC0-FB0541576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56" y="2386804"/>
            <a:ext cx="4752898" cy="3949518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50DBE0-6AF5-1A1A-7372-0B91A61634FD}"/>
              </a:ext>
            </a:extLst>
          </p:cNvPr>
          <p:cNvSpPr txBox="1"/>
          <p:nvPr/>
        </p:nvSpPr>
        <p:spPr>
          <a:xfrm>
            <a:off x="423330" y="1433478"/>
            <a:ext cx="1122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6: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Access/download failures appeared as PDF extraction failures, and some available full text was missed.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CA4E5-5955-DD1C-4D99-5FF360655D07}"/>
              </a:ext>
            </a:extLst>
          </p:cNvPr>
          <p:cNvSpPr/>
          <p:nvPr/>
        </p:nvSpPr>
        <p:spPr>
          <a:xfrm>
            <a:off x="995806" y="3469670"/>
            <a:ext cx="4877177" cy="19548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31E69-0F1E-FAEC-DBD5-99311A7F402C}"/>
              </a:ext>
            </a:extLst>
          </p:cNvPr>
          <p:cNvSpPr txBox="1"/>
          <p:nvPr/>
        </p:nvSpPr>
        <p:spPr>
          <a:xfrm>
            <a:off x="7906283" y="4447096"/>
            <a:ext cx="188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B050"/>
                </a:solidFill>
              </a:rPr>
              <a:t>Issue Fixed</a:t>
            </a:r>
          </a:p>
        </p:txBody>
      </p:sp>
    </p:spTree>
    <p:extLst>
      <p:ext uri="{BB962C8B-B14F-4D97-AF65-F5344CB8AC3E}">
        <p14:creationId xmlns:p14="http://schemas.microsoft.com/office/powerpoint/2010/main" val="173199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3362-81F2-7D92-A399-3F3EC2B8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3D25A-15C0-D057-F116-767CCF4583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222096-1106-8971-496F-87B44E5CE929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C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Oversized Reporting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CCBF6-EDEA-5753-8332-A8F6BC705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595" y="2443798"/>
            <a:ext cx="9678239" cy="39398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820A17-5ED7-FD3D-69C6-839F08BDC341}"/>
              </a:ext>
            </a:extLst>
          </p:cNvPr>
          <p:cNvSpPr/>
          <p:nvPr/>
        </p:nvSpPr>
        <p:spPr>
          <a:xfrm>
            <a:off x="1635368" y="3657599"/>
            <a:ext cx="8924193" cy="5802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84288E-315B-3130-C045-C7610F75498A}"/>
              </a:ext>
            </a:extLst>
          </p:cNvPr>
          <p:cNvSpPr txBox="1"/>
          <p:nvPr/>
        </p:nvSpPr>
        <p:spPr>
          <a:xfrm>
            <a:off x="423330" y="1433478"/>
            <a:ext cx="1122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6: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completed, but the Findings request exceeded the 24,000-character budget.</a:t>
            </a:r>
          </a:p>
        </p:txBody>
      </p:sp>
    </p:spTree>
    <p:extLst>
      <p:ext uri="{BB962C8B-B14F-4D97-AF65-F5344CB8AC3E}">
        <p14:creationId xmlns:p14="http://schemas.microsoft.com/office/powerpoint/2010/main" val="111234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CD77-0528-39D9-8901-6AB4895E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7A6C3-9626-C291-E11C-8AB75E205E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C373B-BDBE-D237-D335-3536BA51E168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D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Claim Grounding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27072-505F-D0A7-F18C-46C83B51F6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10"/>
          <a:stretch>
            <a:fillRect/>
          </a:stretch>
        </p:blipFill>
        <p:spPr>
          <a:xfrm>
            <a:off x="556469" y="2498661"/>
            <a:ext cx="5047245" cy="1607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7FBE11-F40D-C3A9-4E19-856A013D9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472" y="2831122"/>
            <a:ext cx="5211059" cy="2842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A6AD74-24E0-8C91-78C2-07BF4C3B6C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2"/>
          <a:stretch>
            <a:fillRect/>
          </a:stretch>
        </p:blipFill>
        <p:spPr>
          <a:xfrm>
            <a:off x="556469" y="4250516"/>
            <a:ext cx="5047245" cy="2421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C8D87EF-079D-F24E-0F0A-0731B902C872}"/>
              </a:ext>
            </a:extLst>
          </p:cNvPr>
          <p:cNvSpPr/>
          <p:nvPr/>
        </p:nvSpPr>
        <p:spPr>
          <a:xfrm>
            <a:off x="668215" y="2813536"/>
            <a:ext cx="483577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1B953-2A45-6B66-E262-CBE10DE1E277}"/>
              </a:ext>
            </a:extLst>
          </p:cNvPr>
          <p:cNvSpPr txBox="1"/>
          <p:nvPr/>
        </p:nvSpPr>
        <p:spPr>
          <a:xfrm>
            <a:off x="486129" y="2128095"/>
            <a:ext cx="4798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The generated finding attributes a 300-student sample to D (2026).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FDF9FE-90DD-BB7F-0448-364E8BF6DB52}"/>
              </a:ext>
            </a:extLst>
          </p:cNvPr>
          <p:cNvSpPr/>
          <p:nvPr/>
        </p:nvSpPr>
        <p:spPr>
          <a:xfrm>
            <a:off x="6500446" y="4685098"/>
            <a:ext cx="3109547" cy="9719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831A01-ED57-5C11-1871-3F3EED64FC3A}"/>
              </a:ext>
            </a:extLst>
          </p:cNvPr>
          <p:cNvSpPr txBox="1"/>
          <p:nvPr/>
        </p:nvSpPr>
        <p:spPr>
          <a:xfrm>
            <a:off x="6390615" y="2330220"/>
            <a:ext cx="5331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D (2026) was available as abstract-only evidence; its supplied abstract does not state a sample size.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A5CF0C-036A-9378-DD4D-AB13562DE3C9}"/>
              </a:ext>
            </a:extLst>
          </p:cNvPr>
          <p:cNvSpPr/>
          <p:nvPr/>
        </p:nvSpPr>
        <p:spPr>
          <a:xfrm>
            <a:off x="556468" y="4888523"/>
            <a:ext cx="4877177" cy="17837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DCF57-AD8E-2ECC-C8A5-56E5BA7C81DA}"/>
              </a:ext>
            </a:extLst>
          </p:cNvPr>
          <p:cNvSpPr txBox="1"/>
          <p:nvPr/>
        </p:nvSpPr>
        <p:spPr>
          <a:xfrm>
            <a:off x="6390615" y="5941998"/>
            <a:ext cx="414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The 300-student sample appears in Shuvo et al. (2025), indicating a suspected cross-source attribution error.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A159CED-18D7-BDBC-31D9-FB21F5C4843E}"/>
              </a:ext>
            </a:extLst>
          </p:cNvPr>
          <p:cNvCxnSpPr>
            <a:cxnSpLocks/>
          </p:cNvCxnSpPr>
          <p:nvPr/>
        </p:nvCxnSpPr>
        <p:spPr>
          <a:xfrm flipV="1">
            <a:off x="5433645" y="6149747"/>
            <a:ext cx="956970" cy="251053"/>
          </a:xfrm>
          <a:prstGeom prst="bentConnector3">
            <a:avLst/>
          </a:prstGeom>
          <a:ln cap="rnd">
            <a:solidFill>
              <a:srgbClr val="C00000"/>
            </a:solidFill>
            <a:headEnd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E6E52C9-BA31-CFCD-417D-874D4B699D30}"/>
              </a:ext>
            </a:extLst>
          </p:cNvPr>
          <p:cNvCxnSpPr>
            <a:cxnSpLocks/>
          </p:cNvCxnSpPr>
          <p:nvPr/>
        </p:nvCxnSpPr>
        <p:spPr>
          <a:xfrm rot="16200000" flipV="1">
            <a:off x="4487569" y="2452658"/>
            <a:ext cx="431489" cy="282499"/>
          </a:xfrm>
          <a:prstGeom prst="bentConnector3">
            <a:avLst/>
          </a:prstGeom>
          <a:ln cap="rnd">
            <a:solidFill>
              <a:srgbClr val="C00000"/>
            </a:solidFill>
            <a:headEnd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D22B4A8-0181-B5AD-69F1-8BC8C4125F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63424" y="3174668"/>
            <a:ext cx="1884880" cy="1119681"/>
          </a:xfrm>
          <a:prstGeom prst="bentConnector3">
            <a:avLst/>
          </a:prstGeom>
          <a:ln cap="rnd">
            <a:solidFill>
              <a:srgbClr val="C00000"/>
            </a:solidFill>
            <a:headEnd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1DA78B7-E2CB-EA70-092C-4D4E11BCCFC0}"/>
              </a:ext>
            </a:extLst>
          </p:cNvPr>
          <p:cNvSpPr txBox="1"/>
          <p:nvPr/>
        </p:nvSpPr>
        <p:spPr>
          <a:xfrm>
            <a:off x="423330" y="1433478"/>
            <a:ext cx="1122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6: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56 showed details crossing between sources. Full report saved in 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evidence/</a:t>
            </a:r>
            <a:r>
              <a:rPr lang="en-GB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saved_reports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/report_56_2026-09-13_19-37-27.html </a:t>
            </a:r>
          </a:p>
        </p:txBody>
      </p:sp>
    </p:spTree>
    <p:extLst>
      <p:ext uri="{BB962C8B-B14F-4D97-AF65-F5344CB8AC3E}">
        <p14:creationId xmlns:p14="http://schemas.microsoft.com/office/powerpoint/2010/main" val="222230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0DC3-BFDB-BCC6-8E57-CF67F416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58727-4C8D-81CF-AB48-12FBCAC406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24F52B-FB52-0BFD-6834-6581E382DE38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E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Testing, Verification and Functionality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29AA0-CAEA-2C45-2BDB-D8F2558ED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713" y="2392461"/>
            <a:ext cx="5642296" cy="310902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1810E-1A7A-88C1-F5B4-213B2FDE3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91" y="2392461"/>
            <a:ext cx="5236247" cy="310902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C35DFC-55B1-FD06-4126-4DDC69E0BE24}"/>
              </a:ext>
            </a:extLst>
          </p:cNvPr>
          <p:cNvSpPr txBox="1"/>
          <p:nvPr/>
        </p:nvSpPr>
        <p:spPr>
          <a:xfrm>
            <a:off x="423330" y="1433478"/>
            <a:ext cx="1122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7: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263 Python tests passed in 11.29s. Full test saved in 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evidence/</a:t>
            </a:r>
            <a:r>
              <a:rPr lang="en-GB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test_results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/05_final_pytest_results.txt</a:t>
            </a:r>
          </a:p>
        </p:txBody>
      </p:sp>
    </p:spTree>
    <p:extLst>
      <p:ext uri="{BB962C8B-B14F-4D97-AF65-F5344CB8AC3E}">
        <p14:creationId xmlns:p14="http://schemas.microsoft.com/office/powerpoint/2010/main" val="266768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70AB-D38B-2838-DC1F-114D8A02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C141B9-7BB0-5484-AC12-6852CD063E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034751-ECFC-31BD-93F7-E10BAA0324FF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F1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Final Live Execution and Auditability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DA241-03EF-645F-D34A-351266C6D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78" y="1821655"/>
            <a:ext cx="4886691" cy="25095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FA8B5-9B6A-8BD3-1236-2323FB584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7" r="19183"/>
          <a:stretch>
            <a:fillRect/>
          </a:stretch>
        </p:blipFill>
        <p:spPr>
          <a:xfrm>
            <a:off x="5394475" y="1839541"/>
            <a:ext cx="3121028" cy="249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06192-2A78-DA31-7D98-EB02737432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8" r="18732"/>
          <a:stretch>
            <a:fillRect/>
          </a:stretch>
        </p:blipFill>
        <p:spPr>
          <a:xfrm>
            <a:off x="8807482" y="1843466"/>
            <a:ext cx="3092539" cy="2491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938D51-D4A9-FFC4-7BFE-F2B98DE1F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3" r="18278"/>
          <a:stretch>
            <a:fillRect/>
          </a:stretch>
        </p:blipFill>
        <p:spPr>
          <a:xfrm>
            <a:off x="261074" y="4596006"/>
            <a:ext cx="2628900" cy="21039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C4FD32-1FEB-4921-B442-6BF0EFF58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3" r="16701"/>
          <a:stretch>
            <a:fillRect/>
          </a:stretch>
        </p:blipFill>
        <p:spPr>
          <a:xfrm>
            <a:off x="3125567" y="4596006"/>
            <a:ext cx="2699238" cy="21081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F6897DB-7B0F-7F76-4F4D-D00AB45F41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7" r="13350"/>
          <a:stretch>
            <a:fillRect/>
          </a:stretch>
        </p:blipFill>
        <p:spPr>
          <a:xfrm>
            <a:off x="6031290" y="4589604"/>
            <a:ext cx="2866292" cy="209751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98F0B4D-CA4B-B21C-ABDB-54E1536C7E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1" r="15562"/>
          <a:stretch>
            <a:fillRect/>
          </a:stretch>
        </p:blipFill>
        <p:spPr>
          <a:xfrm>
            <a:off x="9104067" y="4596006"/>
            <a:ext cx="2795954" cy="210818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28DC70A-D663-48E8-18F6-0E940995BF81}"/>
              </a:ext>
            </a:extLst>
          </p:cNvPr>
          <p:cNvSpPr txBox="1"/>
          <p:nvPr/>
        </p:nvSpPr>
        <p:spPr>
          <a:xfrm>
            <a:off x="423330" y="1433478"/>
            <a:ext cx="1122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8: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report saved in 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evidence/</a:t>
            </a:r>
            <a:r>
              <a:rPr lang="en-GB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saved_reports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/report_64_2026-09-14_21-41-21.html</a:t>
            </a:r>
          </a:p>
        </p:txBody>
      </p:sp>
    </p:spTree>
    <p:extLst>
      <p:ext uri="{BB962C8B-B14F-4D97-AF65-F5344CB8AC3E}">
        <p14:creationId xmlns:p14="http://schemas.microsoft.com/office/powerpoint/2010/main" val="317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DD0C-5CA7-2801-95EA-75CFDC1E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67E240-5E31-88DC-C62A-6FAF0F8959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9077F3-7866-CD60-CB46-B7171CF2CA9D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F2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Final Live Execution and Auditability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303142-FF69-E917-FBE1-AA87CB298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1" r="15768"/>
          <a:stretch>
            <a:fillRect/>
          </a:stretch>
        </p:blipFill>
        <p:spPr>
          <a:xfrm>
            <a:off x="1445878" y="4292769"/>
            <a:ext cx="3079972" cy="23056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F375DCB-B5DD-967B-E6D1-B472553F0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1" r="15768"/>
          <a:stretch>
            <a:fillRect/>
          </a:stretch>
        </p:blipFill>
        <p:spPr>
          <a:xfrm>
            <a:off x="1445878" y="1988340"/>
            <a:ext cx="3079972" cy="21885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02204B-67BF-499A-C8F4-CCCE58992B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2" r="17484"/>
          <a:stretch>
            <a:fillRect/>
          </a:stretch>
        </p:blipFill>
        <p:spPr>
          <a:xfrm>
            <a:off x="4690114" y="1988340"/>
            <a:ext cx="5957372" cy="4608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A352C-1690-BB9F-CA97-1818DFBD819F}"/>
              </a:ext>
            </a:extLst>
          </p:cNvPr>
          <p:cNvSpPr txBox="1"/>
          <p:nvPr/>
        </p:nvSpPr>
        <p:spPr>
          <a:xfrm>
            <a:off x="423330" y="1433478"/>
            <a:ext cx="1122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8: 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report saved in 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evidence/</a:t>
            </a:r>
            <a:r>
              <a:rPr lang="en-GB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saved_reports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/report_64_2026-09-14_21-41-21.html</a:t>
            </a:r>
          </a:p>
        </p:txBody>
      </p:sp>
    </p:spTree>
    <p:extLst>
      <p:ext uri="{BB962C8B-B14F-4D97-AF65-F5344CB8AC3E}">
        <p14:creationId xmlns:p14="http://schemas.microsoft.com/office/powerpoint/2010/main" val="301474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B0D15-CDD5-68DD-0468-0F10DA99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47F34-B47F-D71C-D2CA-957153696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764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6D3C56-FC4B-A97D-8797-369526FCAC7D}"/>
              </a:ext>
            </a:extLst>
          </p:cNvPr>
          <p:cNvSpPr txBox="1"/>
          <p:nvPr/>
        </p:nvSpPr>
        <p:spPr>
          <a:xfrm>
            <a:off x="423331" y="310663"/>
            <a:ext cx="1122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60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G</a:t>
            </a:r>
          </a:p>
          <a:p>
            <a:r>
              <a:rPr lang="en-GB" sz="4800" b="1" spc="-150" dirty="0">
                <a:ln w="0"/>
                <a:gradFill>
                  <a:gsLst>
                    <a:gs pos="100000">
                      <a:srgbClr val="53575C"/>
                    </a:gs>
                    <a:gs pos="0">
                      <a:schemeClr val="bg1"/>
                    </a:gs>
                  </a:gsLst>
                  <a:lin ang="5400000"/>
                </a:gradFill>
                <a:latin typeface="Arial"/>
                <a:ea typeface="Arial"/>
                <a:cs typeface="Arial"/>
              </a:rPr>
              <a:t>GitHub Commit Evidence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5BFFB-921E-8F78-5C67-CB24BC82BDFC}"/>
              </a:ext>
            </a:extLst>
          </p:cNvPr>
          <p:cNvSpPr txBox="1"/>
          <p:nvPr/>
        </p:nvSpPr>
        <p:spPr>
          <a:xfrm>
            <a:off x="423330" y="1433478"/>
            <a:ext cx="1122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Referenced in Slide 10: 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https://github.com/ishalaan/academic-evidence-investigator</a:t>
            </a:r>
            <a:r>
              <a:rPr lang="en-GB" dirty="0">
                <a:solidFill>
                  <a:srgbClr val="9695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8FB04-ED9B-3AFF-48A4-7A2CFC5330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0" y="2076949"/>
            <a:ext cx="7931840" cy="41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6457</TotalTime>
  <Words>278</Words>
  <Application>Microsoft Office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Izzy Shalaan</dc:creator>
  <cp:lastModifiedBy>Izzy Shalaan</cp:lastModifiedBy>
  <cp:revision>162</cp:revision>
  <dcterms:created xsi:type="dcterms:W3CDTF">2026-09-13T14:14:11Z</dcterms:created>
  <dcterms:modified xsi:type="dcterms:W3CDTF">2026-09-22T14:03:00Z</dcterms:modified>
</cp:coreProperties>
</file>